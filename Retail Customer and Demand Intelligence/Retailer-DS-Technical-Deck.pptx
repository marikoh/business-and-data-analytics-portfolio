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4A265"/>
                </a:solidFill>
                <a:latin typeface="Calibri"/>
              </a:rPr>
              <a:t>RETAIL CUSTOMER INTELLIGENCE  ·  END-TO-END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Customer &amp; Demand</a:t>
            </a:r>
          </a:p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D7E3DA"/>
                </a:solidFill>
                <a:latin typeface="Calibri"/>
              </a:rPr>
              <a:t>Raw transactions → cleaning → star-schema warehouse → 4 ML analyses → £-value model.  Business leads; technology 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9CDC0"/>
                </a:solidFill>
                <a:latin typeface="Calibri"/>
              </a:rPr>
              <a:t>Senior Data Scientist portfolio · public UK Online Retail II as a proxy for a major retailer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From 1.07M messy rows to a trustworthy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14E34"/>
                </a:solidFill>
                <a:latin typeface="Georgia"/>
              </a:rP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3774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of 1.07M rows kept (audited)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29968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14E34"/>
                </a:solidFill>
                <a:latin typeface="Georgia"/>
              </a:rPr>
              <a:t>5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3774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star schema (fact + 4 dims)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29968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14E34"/>
                </a:solidFill>
                <a:latin typeface="Georgia"/>
              </a:rPr>
              <a:t>£19.64M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23774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revenue reconciled, 0 unmapped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2880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029968"/>
            <a:ext cx="237744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14E34"/>
                </a:solidFill>
                <a:latin typeface="Georg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971800"/>
            <a:ext cx="2103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LLM-built product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Visible, reusable cleaning (duplicates, cancellations, non-positive, service codes); a modelling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cleanse that keeps guests labelled Member/Non-Member; a feature foundation with the right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source-of-truth split (customer models on Members; demand &amp; basket guest-inclusive); and an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LLM that created the product category dimension the raw data lacked.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1 ·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Six behavioural segments (RFMTC + K-Means)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Features: Recency, Frequency, Monetary, Tenure, and a BG/NBD churn term (RFMTC).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k=6 chosen on elbow + silhouette + business capacity.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17% of members drive 70% of revenue.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Prioritised: Protect · Rescue · Grow.</a:t>
            </a:r>
          </a:p>
        </p:txBody>
      </p:sp>
      <p:pic>
        <p:nvPicPr>
          <p:cNvPr id="7" name="Picture 6" descr="seg_busine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3288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6172200"/>
            <a:ext cx="6766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Revenue concentration (left) and the value map (right) — the small red bubble is the rescue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1 ·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Clusters in RFMTC space (PCA, 78% variance)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PCA projection of the standardised RFMTC features, coloured by segment.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Centroids marked; segments separate along a value-and-activity gradient.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Honest: silhouette ≈ 0.36 — real groups, but a continuum, not islands.</a:t>
            </a:r>
          </a:p>
        </p:txBody>
      </p:sp>
      <p:pic>
        <p:nvPicPr>
          <p:cNvPr id="7" name="Picture 6" descr="seg_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428" y="1737360"/>
            <a:ext cx="6281224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2 ·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Leakage-safe churn model — AUC ≈ 0.79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Strict time split: features ≤ cutoff, label = no purchase in next 90 days.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Logistic ≈ XGBoost (0.79) — signal is mostly linear; we report that honestly.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Top drivers: recency &amp; cadence — the 'overdue vs normal rhythm' signal.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Scores prioritise the 250-name rescue list.</a:t>
            </a:r>
          </a:p>
        </p:txBody>
      </p:sp>
      <p:pic>
        <p:nvPicPr>
          <p:cNvPr id="7" name="Picture 6" descr="chur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130" y="1737360"/>
            <a:ext cx="465582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6172200"/>
            <a:ext cx="6766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ROC: both models ~0.79 vs the 0.5 chance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2 · COHORTS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Cohort retention — the first-repeat cliff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~20% return in month 1, settling to ~14% by month 6.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The leak is the SECOND purchase → fix with onboarding, not loyalty tiers.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Cohort curves become the retention KPI to test every initiative.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Decay rate feeds CLV and the value model.</a:t>
            </a:r>
          </a:p>
        </p:txBody>
      </p:sp>
      <p:pic>
        <p:nvPicPr>
          <p:cNvPr id="7" name="Picture 6" descr="cohort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64434"/>
            <a:ext cx="6766560" cy="36435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3 · CROSS-SELL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Recommender — hit-rate@10 ≈ 100× chance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Item-based collaborative filtering (cosine on the basket×item matrix).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Leave-one-out hit-rate@10 = 24.6% vs 0.24% random.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Affinity rules feed bundle ideas (with merchandiser curation).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Dead-stock paired with high-affinity anchors to clear inventory.</a:t>
            </a:r>
          </a:p>
        </p:txBody>
      </p:sp>
      <p:pic>
        <p:nvPicPr>
          <p:cNvPr id="7" name="Picture 6" descr="cross_sell_top_bund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40774"/>
            <a:ext cx="6766560" cy="3690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6172200"/>
            <a:ext cx="6766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Top cross-sell bundles by lift.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ANALYSIS 4 ·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Demand forecast + newsvendor stocking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Global XGBoost (log target) vs a 4-week moving-average baseline.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Honest finding: baseline wins aggregate WAPE; XGB wins 61% of SKUs → HYBRID.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Metrics in real units: MAE ≈ 220 units; bias corrected by safety stock.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Newsvendor: order = forecast + 0.48σ → stock for availability &amp; margin.</a:t>
            </a:r>
          </a:p>
        </p:txBody>
      </p:sp>
      <p:pic>
        <p:nvPicPr>
          <p:cNvPr id="7" name="Picture 6" descr="forecast_top_sk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07336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6172200"/>
            <a:ext cx="67665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1-week-ahead forecast vs actual, top SKUs (12-week holdout).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Levers priced in money — retention is biggest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114800" cy="4389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Revenue bases from real artifacts; uplift assumptions explicit &amp; sensitivity-tested.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Base case ≈ £82k/yr incremental profit (range £41k–£123k).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Ranking: Protect &gt; Availability &gt; Rescue &gt; Grow.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Every play ships with a holdout control to prove incremental lift.</a:t>
            </a:r>
          </a:p>
        </p:txBody>
      </p:sp>
      <p:pic>
        <p:nvPicPr>
          <p:cNvPr id="7" name="Picture 6" descr="val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25396"/>
            <a:ext cx="676656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FA87C"/>
                </a:solidFill>
                <a:latin typeface="Calibri"/>
              </a:rPr>
              <a:t>ENGINEERING &amp;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14E34"/>
                </a:solidFill>
                <a:latin typeface="Georgia"/>
              </a:rPr>
              <a:t>How it's built — and what it can't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94960" cy="4206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14E34"/>
                </a:solidFill>
                <a:latin typeface="Calibri"/>
              </a:rPr>
              <a:t>Stack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Python · pandas · scikit-learn · XGBoost · lifetimes (BG/NBD)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scipy · matplotlib · parquet star schema · reproducible modules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LLM-assisted category enrichment (GenAI) · leakage-safe splits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14E34"/>
                </a:solidFill>
                <a:latin typeface="Calibri"/>
              </a:rPr>
              <a:t>Evaluation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AUC for ranking · WAPE + MAE/RMSE (real units) for forecasts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Always benchmarked vs a simple baseline · holdout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754880" cy="3840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Honest caveats (stated, not hidden)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Public UK proxy — methods transfer, product mix does not.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No COGS → margin is an explicit, sensitivity-tested assumption.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Lost sales unobservable → availability lever is assumption-heavy.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Small cohorts (rescue n=250) → directional, expand to gain power.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Simple beat ML on forecast aggregate → hybrid, not a trophy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241280" cy="2743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Clean foundation → warehouse → segmentation, churn, cross-sell, forecasting → £-value.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Business-first framing, leakage-safe modelling, honest metrics and baselines.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D7E3DA"/>
                </a:solidFill>
                <a:latin typeface="Calibri"/>
              </a:rPr>
              <a:t>Code, methodology, and limitations: README.md and docs/.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9CDC0"/>
                </a:solidFill>
                <a:latin typeface="Calibri"/>
              </a:rPr>
              <a:t>Senior Data Scientist portfolio · retail-intelligence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